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50" d="100"/>
          <a:sy n="50" d="100"/>
        </p:scale>
        <p:origin x="-28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4628C-B11A-4326-B3A8-969658201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6040C9-9B24-4A91-9C76-0A9EFC82A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B742B-B134-4079-99A2-BCE3C7094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8BD8-E8C3-4AB0-9049-0FC81922CB22}" type="datetimeFigureOut">
              <a:rPr lang="en-US" smtClean="0"/>
              <a:t>2/1/2019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23482-294E-4CDC-9AE2-ACDBDF0C0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24A7-1A68-40DB-A39E-F5037F2F1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54462-6EA9-4B34-91E4-2C5A5FC6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45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D6166-FBAA-45B1-9835-79E30F9DC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DE41C-FA5A-45A7-8E06-1E104C5FD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88D07-2FFF-438B-B3AE-A034932DA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8BD8-E8C3-4AB0-9049-0FC81922CB22}" type="datetimeFigureOut">
              <a:rPr lang="en-US" smtClean="0"/>
              <a:t>2/1/2019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3D3B3-E5C6-457E-939A-FE8E98067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B2077-CFEC-49D4-B0DF-A40A2B0B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54462-6EA9-4B34-91E4-2C5A5FC6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809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22EBF-CB65-4A52-AA16-0C406B006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384DB-E228-4A9D-8A93-EE2988995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269C5-4F63-414E-A4CF-D56FB9ECD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8BD8-E8C3-4AB0-9049-0FC81922CB22}" type="datetimeFigureOut">
              <a:rPr lang="en-US" smtClean="0"/>
              <a:t>2/1/2019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1CCE5-589B-4E8E-BE47-69CEB1C8F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AA871-2B0B-47A6-88CB-6805FD7C0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54462-6EA9-4B34-91E4-2C5A5FC6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184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6F759-79CA-4D16-85A7-2255B47C9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2AD31-07C8-4963-A96B-D935C3D6D2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2DFE1-66EC-4B5D-A6CA-6014547C5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579C1-BE4B-46E1-A189-42EBF3432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8BD8-E8C3-4AB0-9049-0FC81922CB22}" type="datetimeFigureOut">
              <a:rPr lang="en-US" smtClean="0"/>
              <a:t>2/1/2019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2A335-C7FB-4B91-9AB3-F17E51618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7AF94-92C5-4A2B-BBEC-6DEF8A941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54462-6EA9-4B34-91E4-2C5A5FC6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51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6E74D-CAE8-4B37-91E7-E4FD0936F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1DF61-2B4E-43A1-9F0F-E9548B6E1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DD746-DB60-49C3-80A2-456CF42C8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5872F9-47C0-42D0-B11A-403D0043F5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516647-EEFA-49F0-8A0C-1DC5D8DF85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32C2B4-7C37-4C1B-9F04-7F3EE2FD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8BD8-E8C3-4AB0-9049-0FC81922CB22}" type="datetimeFigureOut">
              <a:rPr lang="en-US" smtClean="0"/>
              <a:t>2/1/2019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A4905D-7C61-4B12-9CC6-BF801F135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F71F3B-CAC7-4325-8F3E-750382635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54462-6EA9-4B34-91E4-2C5A5FC6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382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F33AA-08F2-4749-9E88-A28E786E1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860F50-87FA-42DB-8737-D85249F72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8BD8-E8C3-4AB0-9049-0FC81922CB22}" type="datetimeFigureOut">
              <a:rPr lang="en-US" smtClean="0"/>
              <a:t>2/1/2019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45256D-B40F-4192-A025-918CFEE7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DBB3F-8E5A-40F9-8534-6331899A4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54462-6EA9-4B34-91E4-2C5A5FC6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77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1766F8-63A6-4807-BE7C-432642BC3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8BD8-E8C3-4AB0-9049-0FC81922CB22}" type="datetimeFigureOut">
              <a:rPr lang="en-US" smtClean="0"/>
              <a:t>2/1/2019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71D01A-80BE-44F3-89B4-97E225F1D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6BF9A-2376-480A-A1B5-326D43916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54462-6EA9-4B34-91E4-2C5A5FC6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677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7613-408B-47E8-9408-D01A74370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9094F-ADE0-48A4-8D51-908366C01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5B9075-355A-46A2-9F6C-FFA25A5E9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40955-6DF8-4B21-8B97-F7BAC6EA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8BD8-E8C3-4AB0-9049-0FC81922CB22}" type="datetimeFigureOut">
              <a:rPr lang="en-US" smtClean="0"/>
              <a:t>2/1/2019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58A5B-22C7-415A-9851-DD3518BA2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36DD9-F585-43B5-8A70-D96383CC4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54462-6EA9-4B34-91E4-2C5A5FC6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6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C44C3-4083-429B-80FB-82A069931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D1C95A-681E-42FD-B62F-3C8185576E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41203-5CC5-4902-AA4E-DC48C9451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AF606-719E-46D5-9CF2-E52B75B78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8BD8-E8C3-4AB0-9049-0FC81922CB22}" type="datetimeFigureOut">
              <a:rPr lang="en-US" smtClean="0"/>
              <a:t>2/1/2019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5CFF0-7A56-4A0F-BCC2-F087103A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0F68A-E285-4069-9D9B-23D414A05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54462-6EA9-4B34-91E4-2C5A5FC6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526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32FC6-7B35-49B7-B068-5A01D7DC5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D92603-80B4-483B-A408-F8D0885F5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C888A-4022-4396-9E0A-06982725F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8BD8-E8C3-4AB0-9049-0FC81922CB22}" type="datetimeFigureOut">
              <a:rPr lang="en-US" smtClean="0"/>
              <a:t>2/1/2019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220F9-AEFA-431F-B1D1-483EFA32E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DC733-C47F-4970-A066-E6F18691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54462-6EA9-4B34-91E4-2C5A5FC6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92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735C5E-D823-4AAF-8332-D334CBB023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B46C70-1BB1-4EF2-A63A-B78076CAB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56C5B-B29E-4966-9EC3-FCB52B94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8BD8-E8C3-4AB0-9049-0FC81922CB22}" type="datetimeFigureOut">
              <a:rPr lang="en-US" smtClean="0"/>
              <a:t>2/1/2019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5F904-5A88-4B9E-A642-EE2988617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9F620-ECE0-4AE2-B8DA-50DD341A1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54462-6EA9-4B34-91E4-2C5A5FC6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448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193DBD-6858-4A75-80FC-FCA08AE1B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52652-5CD2-4DB2-914A-ABF99679A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512BB-FDAF-46D4-A325-9265B5D58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18BD8-E8C3-4AB0-9049-0FC81922CB22}" type="datetimeFigureOut">
              <a:rPr lang="en-US" smtClean="0"/>
              <a:t>2/1/2019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73D53-41C1-4626-BD90-E4600902C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FDA1F-99AF-42C3-B72A-C97F683DD3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554462-6EA9-4B34-91E4-2C5A5FC66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238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B7D0D-FE6D-4D09-A246-7540BA3148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IOT Sensor Images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44F67D-3EA2-4671-A148-ABDC8E50C2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892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1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51F10-DF8C-4FD0-8392-91DA3EF11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u="sng" dirty="0">
                <a:solidFill>
                  <a:srgbClr val="FFFFFF"/>
                </a:solidFill>
              </a:rPr>
              <a:t>Buzzer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C397165-30B3-49FE-A422-D790731E5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07" y="2426818"/>
            <a:ext cx="3997637" cy="3997637"/>
          </a:xfrm>
          <a:prstGeom prst="rect">
            <a:avLst/>
          </a:prstGeom>
        </p:spPr>
      </p:pic>
      <p:cxnSp>
        <p:nvCxnSpPr>
          <p:cNvPr id="17" name="Straight Connector 15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7B1215-C110-4EA1-B4F9-66CD21324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073" y="2925259"/>
            <a:ext cx="5455917" cy="300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511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34348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2517DC-165D-4241-9FEB-BD714FDB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6657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Debounce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144863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D1658F-C01F-4B70-8019-A609B5F23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497" y="2509911"/>
            <a:ext cx="6473906" cy="399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276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96F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B8D1C1-827D-47EF-91B9-0A71424C9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Sensor </a:t>
            </a:r>
            <a:r>
              <a:rPr lang="en-US" sz="2600" dirty="0">
                <a:solidFill>
                  <a:srgbClr val="FFFFFF"/>
                </a:solidFill>
              </a:rPr>
              <a:t>vs</a:t>
            </a: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Transducer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A212FB-1EFE-4E6A-BF59-07DC90735B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148" y="0"/>
            <a:ext cx="87238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629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610014-0664-4D85-A127-8FF0AE75C3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99" b="19401"/>
          <a:stretch/>
        </p:blipFill>
        <p:spPr>
          <a:xfrm>
            <a:off x="19070" y="1906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185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51F10-DF8C-4FD0-8392-91DA3EF11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u="sng" dirty="0">
                <a:solidFill>
                  <a:srgbClr val="FFFFFF"/>
                </a:solidFill>
              </a:rPr>
              <a:t>Infrared Sensor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91B53A4-F943-4B24-B857-9E7E230137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07" y="2426818"/>
            <a:ext cx="3997637" cy="3997637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9932BAB7-DDC5-41B5-94C0-0CD1BD18AA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073" y="2843421"/>
            <a:ext cx="5455917" cy="316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34348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51F10-DF8C-4FD0-8392-91DA3EF11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6657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u="sng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Infrared Sensor Application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144863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B66A0E2-FC19-4FB1-B1CB-DDC952F382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995" y="2509911"/>
            <a:ext cx="7106910" cy="399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738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51F10-DF8C-4FD0-8392-91DA3EF11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u="sng" dirty="0">
                <a:solidFill>
                  <a:srgbClr val="FFFFFF"/>
                </a:solidFill>
              </a:rPr>
              <a:t>Light Dependent Register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E01CE727-CE8C-4CB1-8447-08E895439D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413" y="2426818"/>
            <a:ext cx="2978239" cy="3997637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BD0FC3B-D807-40DB-AAFD-F9DF1E515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220" y="2426818"/>
            <a:ext cx="3997637" cy="399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304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51F10-DF8C-4FD0-8392-91DA3EF11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u="sng" dirty="0">
                <a:solidFill>
                  <a:srgbClr val="FFFFFF"/>
                </a:solidFill>
              </a:rPr>
              <a:t>Temperature Sensor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F5F8D77E-C6C4-4CFE-B5DF-86319AE11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67" y="2727482"/>
            <a:ext cx="5455917" cy="3396308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691155C-B376-497C-BACC-69AB3C946F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073" y="3034378"/>
            <a:ext cx="5455917" cy="278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852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51F10-DF8C-4FD0-8392-91DA3EF11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u="sng" dirty="0">
                <a:solidFill>
                  <a:srgbClr val="FFFFFF"/>
                </a:solidFill>
              </a:rPr>
              <a:t>Push Button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A7DE386A-B1FF-44A5-A415-AAD2F302D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21" y="2426818"/>
            <a:ext cx="4966008" cy="3997637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D475A2D-67F3-497C-96B1-362A4F3648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073" y="3366635"/>
            <a:ext cx="5455917" cy="211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84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924B-03E7-4B8F-AC1B-CBC26F03D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A33D7-8BAD-4AB3-9A06-C2FE7EA69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AE87CF-6E1A-4E16-B56E-B08A9697026B}"/>
              </a:ext>
            </a:extLst>
          </p:cNvPr>
          <p:cNvSpPr/>
          <p:nvPr/>
        </p:nvSpPr>
        <p:spPr>
          <a:xfrm>
            <a:off x="3048000" y="31058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</a:rPr>
              <a:t>Heroes are made by the paths they choose, not the powers they are graced with.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833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37</Words>
  <Application>Microsoft Office PowerPoint</Application>
  <PresentationFormat>Widescreen</PresentationFormat>
  <Paragraphs>10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IOT Sensor Images</vt:lpstr>
      <vt:lpstr>Buzzer</vt:lpstr>
      <vt:lpstr>Debounce</vt:lpstr>
      <vt:lpstr>Sensor vs Transducer</vt:lpstr>
      <vt:lpstr>PowerPoint Presentation</vt:lpstr>
      <vt:lpstr>Infrared Sensor</vt:lpstr>
      <vt:lpstr>Infrared Sensor Application</vt:lpstr>
      <vt:lpstr>Light Dependent Register</vt:lpstr>
      <vt:lpstr>Temperature Sensor</vt:lpstr>
      <vt:lpstr>Push Button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Sensor Images</dc:title>
  <dc:creator>shrirang mhalgi</dc:creator>
  <cp:lastModifiedBy>Arpit Shrivastava</cp:lastModifiedBy>
  <cp:revision>4</cp:revision>
  <dcterms:created xsi:type="dcterms:W3CDTF">2019-01-31T19:28:58Z</dcterms:created>
  <dcterms:modified xsi:type="dcterms:W3CDTF">2019-02-01T10:41:41Z</dcterms:modified>
</cp:coreProperties>
</file>